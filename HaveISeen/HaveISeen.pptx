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oppins Bold" charset="1" panose="00000800000000000000"/>
      <p:regular r:id="rId14"/>
    </p:embeddedFont>
    <p:embeddedFont>
      <p:font typeface="Poppins" charset="1" panose="00000500000000000000"/>
      <p:regular r:id="rId15"/>
    </p:embeddedFont>
    <p:embeddedFont>
      <p:font typeface="Open Sans" charset="1" panose="00000000000000000000"/>
      <p:regular r:id="rId16"/>
    </p:embeddedFont>
    <p:embeddedFont>
      <p:font typeface="Open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jpeg" Type="http://schemas.openxmlformats.org/officeDocument/2006/relationships/image"/><Relationship Id="rId6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9.jpe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jpeg" Type="http://schemas.openxmlformats.org/officeDocument/2006/relationships/image"/><Relationship Id="rId5" Target="../media/image4.jpeg" Type="http://schemas.openxmlformats.org/officeDocument/2006/relationships/image"/><Relationship Id="rId6" Target="../media/image13.jpe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14.jpeg" Type="http://schemas.openxmlformats.org/officeDocument/2006/relationships/image"/><Relationship Id="rId6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jpeg" Type="http://schemas.openxmlformats.org/officeDocument/2006/relationships/image"/><Relationship Id="rId5" Target="../media/image3.jpeg" Type="http://schemas.openxmlformats.org/officeDocument/2006/relationships/image"/><Relationship Id="rId6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1242272" y="1679641"/>
            <a:ext cx="3530079" cy="6984868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34" t="0" r="-363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3889746" y="3465853"/>
            <a:ext cx="2627347" cy="5198657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363" t="0" r="-336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706558" y="4327316"/>
            <a:ext cx="2191972" cy="4337193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904" t="0" r="-3904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28563" y="6819007"/>
            <a:ext cx="4780043" cy="739073"/>
            <a:chOff x="0" y="0"/>
            <a:chExt cx="4857239" cy="751008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857239" cy="751008"/>
            </a:xfrm>
            <a:custGeom>
              <a:avLst/>
              <a:gdLst/>
              <a:ahLst/>
              <a:cxnLst/>
              <a:rect r="r" b="b" t="t" l="l"/>
              <a:pathLst>
                <a:path h="751008" w="4857239">
                  <a:moveTo>
                    <a:pt x="161963" y="0"/>
                  </a:moveTo>
                  <a:lnTo>
                    <a:pt x="4695276" y="0"/>
                  </a:lnTo>
                  <a:cubicBezTo>
                    <a:pt x="4738231" y="0"/>
                    <a:pt x="4779427" y="17064"/>
                    <a:pt x="4809801" y="47438"/>
                  </a:cubicBezTo>
                  <a:cubicBezTo>
                    <a:pt x="4840175" y="77812"/>
                    <a:pt x="4857239" y="119008"/>
                    <a:pt x="4857239" y="161963"/>
                  </a:cubicBezTo>
                  <a:lnTo>
                    <a:pt x="4857239" y="589045"/>
                  </a:lnTo>
                  <a:cubicBezTo>
                    <a:pt x="4857239" y="632000"/>
                    <a:pt x="4840175" y="673196"/>
                    <a:pt x="4809801" y="703570"/>
                  </a:cubicBezTo>
                  <a:cubicBezTo>
                    <a:pt x="4779427" y="733944"/>
                    <a:pt x="4738231" y="751008"/>
                    <a:pt x="4695276" y="751008"/>
                  </a:cubicBezTo>
                  <a:lnTo>
                    <a:pt x="161963" y="751008"/>
                  </a:lnTo>
                  <a:cubicBezTo>
                    <a:pt x="119008" y="751008"/>
                    <a:pt x="77812" y="733944"/>
                    <a:pt x="47438" y="703570"/>
                  </a:cubicBezTo>
                  <a:cubicBezTo>
                    <a:pt x="17064" y="673196"/>
                    <a:pt x="0" y="632000"/>
                    <a:pt x="0" y="589045"/>
                  </a:cubicBezTo>
                  <a:lnTo>
                    <a:pt x="0" y="161963"/>
                  </a:lnTo>
                  <a:cubicBezTo>
                    <a:pt x="0" y="119008"/>
                    <a:pt x="17064" y="77812"/>
                    <a:pt x="47438" y="47438"/>
                  </a:cubicBezTo>
                  <a:cubicBezTo>
                    <a:pt x="77812" y="17064"/>
                    <a:pt x="119008" y="0"/>
                    <a:pt x="161963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4857239" cy="789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45" id="45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1679" y="3282741"/>
            <a:ext cx="6794228" cy="1803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HaveISeen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2189958" y="7034910"/>
            <a:ext cx="4057253" cy="25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39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WWW.HAVEISEEN.COM.BR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294540" cy="10287000"/>
            <a:chOff x="0" y="0"/>
            <a:chExt cx="1131072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107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1072">
                  <a:moveTo>
                    <a:pt x="0" y="0"/>
                  </a:moveTo>
                  <a:lnTo>
                    <a:pt x="1131072" y="0"/>
                  </a:lnTo>
                  <a:lnTo>
                    <a:pt x="113107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3107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28563" y="1728401"/>
            <a:ext cx="5035897" cy="9964388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34" t="0" r="-3634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90316" y="3861513"/>
            <a:ext cx="1042538" cy="47625"/>
            <a:chOff x="0" y="0"/>
            <a:chExt cx="274578" cy="1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0316" y="2208812"/>
            <a:ext cx="4982921" cy="14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Bem-vindo a nossa aplicação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09835" y="4520872"/>
            <a:ext cx="5263403" cy="281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Nosso aplicativo tem como objetivo disseminar a cultura por meio de recomendações sólidas, incentivando o consumo consciente de conteúdo. Os usuários podem avaliar filmes e livros, criando um histórico que aprimora o sistema de recomendação.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94733" y="5238750"/>
            <a:ext cx="3457869" cy="6841988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34" t="0" r="-363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5408288" y="5238750"/>
            <a:ext cx="3457869" cy="6841988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363" t="0" r="-336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9421843" y="5238750"/>
            <a:ext cx="3457869" cy="6841988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83" t="0" r="-383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0">
            <a:off x="13435398" y="5238750"/>
            <a:ext cx="3457869" cy="6841988"/>
            <a:chOff x="0" y="0"/>
            <a:chExt cx="2620010" cy="5184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3180" t="0" r="-318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622731" y="2686080"/>
            <a:ext cx="1042538" cy="47625"/>
            <a:chOff x="0" y="0"/>
            <a:chExt cx="274578" cy="12543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94733" y="3422406"/>
            <a:ext cx="677751" cy="677751"/>
            <a:chOff x="0" y="0"/>
            <a:chExt cx="812800" cy="812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7" id="5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5408288" y="3422406"/>
            <a:ext cx="677751" cy="677751"/>
            <a:chOff x="0" y="0"/>
            <a:chExt cx="812800" cy="8128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0" id="6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421843" y="3422406"/>
            <a:ext cx="677751" cy="677751"/>
            <a:chOff x="0" y="0"/>
            <a:chExt cx="812800" cy="8128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3" id="6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3435398" y="3422406"/>
            <a:ext cx="677751" cy="677751"/>
            <a:chOff x="0" y="0"/>
            <a:chExt cx="812800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66" id="6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67" id="67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478839" y="1633453"/>
            <a:ext cx="7330322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6"/>
              </a:lnSpc>
            </a:pPr>
            <a:r>
              <a:rPr lang="en-US" b="true" sz="456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Funcionalidades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342021" y="3433844"/>
            <a:ext cx="235715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Você consegue ver e pesquisar os filmes que estão em alta no momento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85553" y="359840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6355576" y="3433844"/>
            <a:ext cx="2357152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Acessar a uma biblioteca gigantesca de livros sobre os diversos assuntos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499108" y="359840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0369131" y="3433844"/>
            <a:ext cx="2357152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Adicionar esses livros e filmes a listas desejadas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512663" y="359840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4382686" y="3433844"/>
            <a:ext cx="235715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Adicionar reviews aos livros e filmes que deseja para que outras pessoas possam ver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3526218" y="359840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009443" y="1759349"/>
            <a:ext cx="3420629" cy="6768303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34" t="0" r="-363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828563" y="3311130"/>
            <a:ext cx="1042538" cy="47625"/>
            <a:chOff x="0" y="0"/>
            <a:chExt cx="274578" cy="1254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828563" y="4104885"/>
            <a:ext cx="677751" cy="677751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248959" y="4104885"/>
            <a:ext cx="677751" cy="677751"/>
            <a:chOff x="0" y="0"/>
            <a:chExt cx="812800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828563" y="5642722"/>
            <a:ext cx="677751" cy="677751"/>
            <a:chOff x="0" y="0"/>
            <a:chExt cx="812800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7248959" y="5642722"/>
            <a:ext cx="677751" cy="677751"/>
            <a:chOff x="0" y="0"/>
            <a:chExt cx="812800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828563" y="7183272"/>
            <a:ext cx="677751" cy="677751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248959" y="7183272"/>
            <a:ext cx="677751" cy="677751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828563" y="2258504"/>
            <a:ext cx="8423420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Vantagens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75851" y="4085835"/>
            <a:ext cx="355096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Recomendações Personalizadas: Sugestões de conteúdo baseadas nas avaliações individuais, tornando a experiência mais relevante.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919383" y="428088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196247" y="4085835"/>
            <a:ext cx="355096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Fortalecimento da Comunidade: Sistema de empréstimo de livros que promove interação e colaboração entre os usuários.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7339779" y="4280883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775851" y="5623672"/>
            <a:ext cx="355096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Consumo Consciente: Incentivo ao consumo de conteúdo de qualidade e reflexão antes da escolha.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919383" y="5818720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8196247" y="5623672"/>
            <a:ext cx="355096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Acesso a Conteúdos Diversos: Ampliação das opções de conteúdo sem custo adicional através do empréstimo.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339779" y="5818720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775851" y="7233838"/>
            <a:ext cx="3550967" cy="407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Histórico Pessoal: Registro das avaliações para acompanhar a evolução dos gostos e interesses.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919383" y="7359270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8196247" y="7164222"/>
            <a:ext cx="3550967" cy="617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Avaliações e Feedback: Opiniões dos usuários que ajudam outros a escolher o que consumir com base em experiências reais.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7339779" y="7359270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542520" y="3197687"/>
            <a:ext cx="2746731" cy="5434879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34" t="0" r="-363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4654413" y="1654434"/>
            <a:ext cx="2746731" cy="5434879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363" t="0" r="-3363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3998750" y="3197687"/>
            <a:ext cx="2746731" cy="5434879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904" t="0" r="-3904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grpSp>
        <p:nvGrpSpPr>
          <p:cNvPr name="Group 47" id="47"/>
          <p:cNvGrpSpPr>
            <a:grpSpLocks noChangeAspect="true"/>
          </p:cNvGrpSpPr>
          <p:nvPr/>
        </p:nvGrpSpPr>
        <p:grpSpPr>
          <a:xfrm rot="0">
            <a:off x="7785286" y="3218427"/>
            <a:ext cx="2725767" cy="5393399"/>
            <a:chOff x="0" y="0"/>
            <a:chExt cx="2620010" cy="51841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7"/>
              <a:stretch>
                <a:fillRect l="-766" t="0" r="0" b="0"/>
              </a:stretch>
            </a:blip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7" id="57"/>
          <p:cNvGrpSpPr>
            <a:grpSpLocks noChangeAspect="true"/>
          </p:cNvGrpSpPr>
          <p:nvPr/>
        </p:nvGrpSpPr>
        <p:grpSpPr>
          <a:xfrm rot="0">
            <a:off x="10936091" y="1654434"/>
            <a:ext cx="2734638" cy="5410951"/>
            <a:chOff x="0" y="0"/>
            <a:chExt cx="2620010" cy="518414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8"/>
              <a:stretch>
                <a:fillRect l="-3180" t="0" r="-3180" b="0"/>
              </a:stretch>
            </a:blip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0050914" y="1709413"/>
            <a:ext cx="3471104" cy="6868175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634" t="0" r="-3634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3822012" y="3962940"/>
            <a:ext cx="3471104" cy="6868175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904" t="0" r="-3904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6242151" y="-544114"/>
            <a:ext cx="3471104" cy="6868175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363" t="0" r="-3363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828563" y="3768711"/>
            <a:ext cx="1042538" cy="47625"/>
            <a:chOff x="0" y="0"/>
            <a:chExt cx="274578" cy="1254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28700" y="4739938"/>
            <a:ext cx="677751" cy="677751"/>
            <a:chOff x="0" y="0"/>
            <a:chExt cx="812800" cy="812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7" id="47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967696" y="7267179"/>
            <a:ext cx="677751" cy="677751"/>
            <a:chOff x="0" y="0"/>
            <a:chExt cx="812800" cy="8128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0" id="50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124048" y="7267179"/>
            <a:ext cx="677751" cy="677751"/>
            <a:chOff x="0" y="0"/>
            <a:chExt cx="812800" cy="812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53" id="53"/>
            <p:cNvSpPr txBox="true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828563" y="2116010"/>
            <a:ext cx="3080379" cy="1408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Planos futuros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828563" y="4915935"/>
            <a:ext cx="348556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Expansão do sistema de recomendação com IA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61" id="61"/>
          <p:cNvSpPr txBox="true"/>
          <p:nvPr/>
        </p:nvSpPr>
        <p:spPr>
          <a:xfrm rot="0">
            <a:off x="2775851" y="7462948"/>
            <a:ext cx="3157697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Implementação de comunidades temáticas</a:t>
            </a:r>
          </a:p>
          <a:p>
            <a:pPr algn="l">
              <a:lnSpc>
                <a:spcPts val="2100"/>
              </a:lnSpc>
              <a:spcBef>
                <a:spcPct val="0"/>
              </a:spcBef>
            </a:pPr>
          </a:p>
        </p:txBody>
      </p:sp>
      <p:sp>
        <p:nvSpPr>
          <p:cNvPr name="TextBox 62" id="62"/>
          <p:cNvSpPr txBox="true"/>
          <p:nvPr/>
        </p:nvSpPr>
        <p:spPr>
          <a:xfrm rot="0">
            <a:off x="1119520" y="4915935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992298" y="7383170"/>
            <a:ext cx="2936569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  <a:spcBef>
                <a:spcPct val="0"/>
              </a:spcBef>
            </a:pPr>
            <a:r>
              <a:rPr lang="en-US" sz="15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Integração com plataformas de streaming e livrarias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058516" y="7443177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02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214868" y="7443177"/>
            <a:ext cx="496110" cy="297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19"/>
              </a:lnSpc>
              <a:spcBef>
                <a:spcPct val="0"/>
              </a:spcBef>
            </a:pPr>
            <a:r>
              <a:rPr lang="en-US" b="true" sz="179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03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4294540" cy="10287000"/>
            <a:chOff x="0" y="0"/>
            <a:chExt cx="1131072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31072" cy="2709333"/>
            </a:xfrm>
            <a:custGeom>
              <a:avLst/>
              <a:gdLst/>
              <a:ahLst/>
              <a:cxnLst/>
              <a:rect r="r" b="b" t="t" l="l"/>
              <a:pathLst>
                <a:path h="2709333" w="1131072">
                  <a:moveTo>
                    <a:pt x="0" y="0"/>
                  </a:moveTo>
                  <a:lnTo>
                    <a:pt x="1131072" y="0"/>
                  </a:lnTo>
                  <a:lnTo>
                    <a:pt x="113107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131072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1828563" y="1728401"/>
            <a:ext cx="5035897" cy="9964388"/>
            <a:chOff x="0" y="0"/>
            <a:chExt cx="2620010" cy="51841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363" t="0" r="-3363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0890316" y="3861513"/>
            <a:ext cx="1042538" cy="47625"/>
            <a:chOff x="0" y="0"/>
            <a:chExt cx="274578" cy="1254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890316" y="2208812"/>
            <a:ext cx="4982921" cy="731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6"/>
              </a:lnSpc>
            </a:pPr>
            <a:r>
              <a:rPr lang="en-US" sz="456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Conclusões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09835" y="4520872"/>
            <a:ext cx="5263403" cy="246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•Nosso aplicativo é uma ferramenta inovadora para transformar a forma como consumimos cultura. A experiência será mais enriquecedora e interativa, incentivando o aprendizado e a troca de conhecimentos.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D0727">
                <a:alpha val="100000"/>
              </a:srgbClr>
            </a:gs>
            <a:gs pos="100000">
              <a:srgbClr val="0C08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293116" y="565634"/>
            <a:ext cx="397367" cy="28996"/>
            <a:chOff x="0" y="0"/>
            <a:chExt cx="128243" cy="93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93116" y="657737"/>
            <a:ext cx="397367" cy="28996"/>
            <a:chOff x="0" y="0"/>
            <a:chExt cx="128243" cy="935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8243" cy="9358"/>
            </a:xfrm>
            <a:custGeom>
              <a:avLst/>
              <a:gdLst/>
              <a:ahLst/>
              <a:cxnLst/>
              <a:rect r="r" b="b" t="t" l="l"/>
              <a:pathLst>
                <a:path h="9358" w="128243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35713" y="414823"/>
            <a:ext cx="342616" cy="359616"/>
          </a:xfrm>
          <a:custGeom>
            <a:avLst/>
            <a:gdLst/>
            <a:ahLst/>
            <a:cxnLst/>
            <a:rect r="r" b="b" t="t" l="l"/>
            <a:pathLst>
              <a:path h="359616" w="342616">
                <a:moveTo>
                  <a:pt x="0" y="0"/>
                </a:moveTo>
                <a:lnTo>
                  <a:pt x="342616" y="0"/>
                </a:lnTo>
                <a:lnTo>
                  <a:pt x="342616" y="359616"/>
                </a:lnTo>
                <a:lnTo>
                  <a:pt x="0" y="3596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8153377" y="7727913"/>
            <a:ext cx="290192" cy="1530387"/>
            <a:chOff x="0" y="0"/>
            <a:chExt cx="294878" cy="15551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94878" cy="1555103"/>
            </a:xfrm>
            <a:custGeom>
              <a:avLst/>
              <a:gdLst/>
              <a:ahLst/>
              <a:cxnLst/>
              <a:rect r="r" b="b" t="t" l="l"/>
              <a:pathLst>
                <a:path h="1555103" w="294878">
                  <a:moveTo>
                    <a:pt x="147439" y="0"/>
                  </a:moveTo>
                  <a:lnTo>
                    <a:pt x="147439" y="0"/>
                  </a:lnTo>
                  <a:cubicBezTo>
                    <a:pt x="228868" y="0"/>
                    <a:pt x="294878" y="66011"/>
                    <a:pt x="294878" y="147439"/>
                  </a:cubicBezTo>
                  <a:lnTo>
                    <a:pt x="294878" y="1407663"/>
                  </a:lnTo>
                  <a:cubicBezTo>
                    <a:pt x="294878" y="1446767"/>
                    <a:pt x="279345" y="1484268"/>
                    <a:pt x="251694" y="1511919"/>
                  </a:cubicBezTo>
                  <a:cubicBezTo>
                    <a:pt x="224044" y="1539569"/>
                    <a:pt x="186542" y="1555103"/>
                    <a:pt x="147439" y="1555103"/>
                  </a:cubicBezTo>
                  <a:lnTo>
                    <a:pt x="147439" y="1555103"/>
                  </a:lnTo>
                  <a:cubicBezTo>
                    <a:pt x="108336" y="1555103"/>
                    <a:pt x="70834" y="1539569"/>
                    <a:pt x="43184" y="1511919"/>
                  </a:cubicBezTo>
                  <a:cubicBezTo>
                    <a:pt x="15534" y="1484268"/>
                    <a:pt x="0" y="1446767"/>
                    <a:pt x="0" y="1407663"/>
                  </a:cubicBezTo>
                  <a:lnTo>
                    <a:pt x="0" y="147439"/>
                  </a:lnTo>
                  <a:cubicBezTo>
                    <a:pt x="0" y="108336"/>
                    <a:pt x="15534" y="70834"/>
                    <a:pt x="43184" y="43184"/>
                  </a:cubicBezTo>
                  <a:cubicBezTo>
                    <a:pt x="70834" y="15534"/>
                    <a:pt x="108336" y="0"/>
                    <a:pt x="147439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94878" cy="15932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-2462652">
            <a:off x="5075227" y="-1306951"/>
            <a:ext cx="3127859" cy="6189006"/>
            <a:chOff x="0" y="0"/>
            <a:chExt cx="2620010" cy="5184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363" t="0" r="-3363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-2462652">
            <a:off x="2299117" y="1081774"/>
            <a:ext cx="3127859" cy="6189006"/>
            <a:chOff x="0" y="0"/>
            <a:chExt cx="2620010" cy="51841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634" t="0" r="-3634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32" id="32"/>
          <p:cNvGrpSpPr>
            <a:grpSpLocks noChangeAspect="true"/>
          </p:cNvGrpSpPr>
          <p:nvPr/>
        </p:nvGrpSpPr>
        <p:grpSpPr>
          <a:xfrm rot="-2462652">
            <a:off x="-258867" y="3490655"/>
            <a:ext cx="3127859" cy="6189006"/>
            <a:chOff x="0" y="0"/>
            <a:chExt cx="2620010" cy="51841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904" t="0" r="-3904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42" id="42"/>
          <p:cNvGrpSpPr>
            <a:grpSpLocks noChangeAspect="true"/>
          </p:cNvGrpSpPr>
          <p:nvPr/>
        </p:nvGrpSpPr>
        <p:grpSpPr>
          <a:xfrm rot="-2462652">
            <a:off x="9609617" y="3764994"/>
            <a:ext cx="3127859" cy="6189006"/>
            <a:chOff x="0" y="0"/>
            <a:chExt cx="2620010" cy="518414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6"/>
              <a:stretch>
                <a:fillRect l="-3904" t="0" r="-3904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52" id="52"/>
          <p:cNvGrpSpPr>
            <a:grpSpLocks noChangeAspect="true"/>
          </p:cNvGrpSpPr>
          <p:nvPr/>
        </p:nvGrpSpPr>
        <p:grpSpPr>
          <a:xfrm rot="-2462652">
            <a:off x="6833507" y="6153719"/>
            <a:ext cx="3127859" cy="6189006"/>
            <a:chOff x="0" y="0"/>
            <a:chExt cx="2620010" cy="5184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5"/>
              <a:stretch>
                <a:fillRect l="-3634" t="0" r="-3634" b="0"/>
              </a:stretch>
            </a:blip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62" id="62"/>
          <p:cNvGrpSpPr>
            <a:grpSpLocks noChangeAspect="true"/>
          </p:cNvGrpSpPr>
          <p:nvPr/>
        </p:nvGrpSpPr>
        <p:grpSpPr>
          <a:xfrm rot="-2462652">
            <a:off x="4275524" y="8562599"/>
            <a:ext cx="3127859" cy="6189006"/>
            <a:chOff x="0" y="0"/>
            <a:chExt cx="2620010" cy="51841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3363" t="0" r="-3363" b="0"/>
              </a:stretch>
            </a:blip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8" id="68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69" id="69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6179988" y="5225125"/>
            <a:ext cx="1311811" cy="59926"/>
            <a:chOff x="0" y="0"/>
            <a:chExt cx="274578" cy="1254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4578" cy="12543"/>
            </a:xfrm>
            <a:custGeom>
              <a:avLst/>
              <a:gdLst/>
              <a:ahLst/>
              <a:cxnLst/>
              <a:rect r="r" b="b" t="t" l="l"/>
              <a:pathLst>
                <a:path h="12543" w="274578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00E6">
                    <a:alpha val="100000"/>
                  </a:srgbClr>
                </a:gs>
                <a:gs pos="100000">
                  <a:srgbClr val="60057F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5" id="75"/>
          <p:cNvSpPr txBox="true"/>
          <p:nvPr/>
        </p:nvSpPr>
        <p:spPr>
          <a:xfrm rot="0">
            <a:off x="1011679" y="508149"/>
            <a:ext cx="1633768" cy="207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b="true" sz="120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HaveISeen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5940842" y="508149"/>
            <a:ext cx="9784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385046" y="508149"/>
            <a:ext cx="1060497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 Us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154289" y="508149"/>
            <a:ext cx="735456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Service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1898530" y="508149"/>
            <a:ext cx="809760" cy="207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12611061" y="3910460"/>
            <a:ext cx="4880738" cy="91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714"/>
              </a:lnSpc>
            </a:pPr>
            <a:r>
              <a:rPr lang="en-US" b="true" sz="5738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Obrigado!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DAGdDmMsxKY</dc:identifier>
  <dcterms:modified xsi:type="dcterms:W3CDTF">2011-08-01T06:04:30Z</dcterms:modified>
  <cp:revision>1</cp:revision>
  <dc:title>www.reallygreatsite.com</dc:title>
</cp:coreProperties>
</file>